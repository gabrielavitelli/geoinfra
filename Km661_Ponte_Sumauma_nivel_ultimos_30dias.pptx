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C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B4DCF0"/>
                </a:solidFill>
                <a:latin typeface="Calibri"/>
              </a:rPr>
              <a:t>EFC · Monitoramento hidrológico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C3250"/>
                </a:solidFill>
                <a:latin typeface="Calibri"/>
              </a:rPr>
              <a:t>Situação do medidor de nível do rio
Km 661 — Ponte Sumaúma
Últimos 30 dias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C5064"/>
                </a:solidFill>
                <a:latin typeface="Calibri"/>
              </a:rPr>
              <a:t>Fonte: ANA telemétrica (ServiceANA DadosHidrometeorologicos)
Referência espacial: Km 661 EFC ≈ São Pedro da Água Branca/MA (-5.090, -48.450)
Gerado em 2026-10-13 18:31 · última obs. ANA nas estações: 2026-10-13 13:45:00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C3250"/>
                </a:solidFill>
                <a:latin typeface="Calibri"/>
              </a:rPr>
              <a:t>Estações ANA mais próximas — identificação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92D41"/>
                </a:solidFill>
                <a:latin typeface="Calibri"/>
              </a:rPr>
              <a:t>29040000 — UHE TUCURUÍ MONTANTE 1
   Rio: RIO TOCANTINS · SÃO JOÃO DO ARAGUAIA-PA
   Lat/Lon: -5.34970, -48.88060 · Distância ao Km 661 ≈ 55.7 km
   Última obs.: 2026-10-13 13:00:00 · nível 2.43 m · vazão 2150.8 m³/s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92D41"/>
                </a:solidFill>
                <a:latin typeface="Calibri"/>
              </a:rPr>
              <a:t>29050000 — MARABÁ
   Rio: RIO TOCANTINS · MARABÁ-PA
   Lat/Lon: -5.33860, -49.12440 · Distância ao Km 661 ≈ 79.6 km
   Última obs.: 2026-10-13 13:15:00 · nível 2.12 m · vazão 1443.1 m³/s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92D41"/>
                </a:solidFill>
                <a:latin typeface="Calibri"/>
              </a:rPr>
              <a:t>28850000 — ARAGUATINS
   Rio: RIO ARAGUAIA · ARAGUATINS-TO
   Lat/Lon: -5.65140, -48.13250 · Distância ao Km 661 ≈ 71.6 km
   Última obs.: 2026-10-13 13:30:00 · nível 2.39 m · vazão 555.8 m³/s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92D41"/>
                </a:solidFill>
                <a:latin typeface="Calibri"/>
              </a:rPr>
              <a:t>23800495 — RIO TOCANTINS - SÃO SEBASTIÃO DO TO
   Rio: RIO TOCANTINS · SÃO SEBASTIÃO DO TOCANTINS-TO
   Lat/Lon: -5.25440, -48.19830 · Distância ao Km 661 ≈ 33.3 km
   Última obs.: 2026-10-13 13:45:00 · nível 2.30 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C3250"/>
                </a:solidFill>
                <a:latin typeface="Calibri"/>
              </a:rPr>
              <a:t>Mapa / contexto — Km 661 e estações ANA</a:t>
            </a:r>
          </a:p>
        </p:txBody>
      </p:sp>
      <p:pic>
        <p:nvPicPr>
          <p:cNvPr id="3" name="Picture 2" descr="km661_contexto_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11338560" cy="7029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65A6E"/>
                </a:solidFill>
                <a:latin typeface="Calibri"/>
              </a:rPr>
              <a:t>Referência Km 661 aproximada a partir do rotograma EFC (São Pedro ~km 658,7) + município OSM.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C3250"/>
                </a:solidFill>
                <a:latin typeface="Calibri"/>
              </a:rPr>
              <a:t>Série temporal de nível (m) — média diária</a:t>
            </a:r>
          </a:p>
        </p:txBody>
      </p:sp>
      <p:pic>
        <p:nvPicPr>
          <p:cNvPr id="3" name="Picture 2" descr="Km661_Ponte_Sumauma_nive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11338560" cy="57185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65A6E"/>
                </a:solidFill>
                <a:latin typeface="Calibri"/>
              </a:rPr>
              <a:t>Fonte ANA telemétrica pública · valores em metros (Nivel cm ÷ 100).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C3250"/>
                </a:solidFill>
                <a:latin typeface="Calibri"/>
              </a:rPr>
              <a:t>Estatísticas de nível (últimos ~30 dias)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914400"/>
          <a:ext cx="11612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/>
                        <a:t>Código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Estação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Dist. 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Min 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Máx 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Média 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Último 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Última obs.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/>
                        <a:t>Vazão últ.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29040000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UHE TUCURUÍ MONTANTE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10-13 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2150.8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29050000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MARABÁ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10-13 13:15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1443.1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28850000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ARAGUATINS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10-13 13:30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555.8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23800495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RIO TOCANTINS - SÃO SEBASTIÃ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10-13 13:45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83C50"/>
                </a:solidFill>
                <a:latin typeface="Calibri"/>
              </a:rPr>
              <a:t>Notas operacionais
• Não há estação ANA exatamente no Km 661 / Ponte Sumaúma; usamos as telemétricas com nível mais próximas da referência EFC (~São Pedro da Água Branca).
• Cota ANA (campo Nivel) convertida para metros (÷100). Vazão em m³/s quando disponível.
• 23800495 (São Sebastião do TO) está ~33 km, mas a cota veio constante (230 cm) no período — tratar com cautela.
• Referências úteis para ops: 29040000 (UHE Tucuruí Montante 1) e 29050000 (Marabá).
• BigQuery climaticsystem.efc_clima.clima_series (source=ana, variable=nivel_m) estava defasado em 2026-09-15; a API pública ANA já responde até hoje — ingestão forçada recomendada.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C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Novos pontos EFC de nível — localização e ANA mais próxima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/>
                        <a:t>Ponto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Código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ANA mais próxima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Dist. (km)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Km 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km85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-3.298651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-44.465063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23800495 · RIO TOCANTINS - SÃO SEBASTIÃO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467.6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Sensor Rio Pindaré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BC07541S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-4.253738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-46.531145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23800495 · RIO TOCANTINS - SÃO SEBASTIÃO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215.7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Ponte 763+800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BC07533S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-5.571403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-49.241924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29050000 · MARABÁ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29.0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83C50"/>
                </a:solidFill>
                <a:latin typeface="Calibri"/>
              </a:rPr>
              <a:t>Detalhamento (coordenadas fornecidas · planilhas xlsx ainda não incorporadas nesta VM)
• Km 85 (km85): -3.298651, -44.465063 — ANA 23800495 (RIO TOCANTINS - SÃO SEBASTIÃO DO TO) a 467.6 km
• Sensor Rio Pindaré (BC07541S): -4.253738, -46.531145 — ANA 23800495 (RIO TOCANTINS - SÃO SEBASTIÃO DO TO) a 215.7 km
• Ponte 763+800 (BC07533S): -5.571403, -49.241924 — ANA 29050000 (MARABÁ) a 29.0 km
• Km 661 Ponte Sumaúma permanece o foco do relatório de nível (30 dias) com as 4 ANA priorizadas.
• Para enriquecer popups com séries das planilhas, enviar os 3 xlsx para gs://efc-clima-data/reports/km661_ponte_sumauma/entrada/
• Atualizado em 2026-10-13 19:16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C3250"/>
                </a:solidFill>
                <a:latin typeface="Calibri"/>
              </a:rPr>
              <a:t>Mapa atualizado — pontos EFC de nível + ANA</a:t>
            </a:r>
          </a:p>
        </p:txBody>
      </p:sp>
      <p:pic>
        <p:nvPicPr>
          <p:cNvPr id="3" name="Picture 2" descr="EFC_pontos_nivel_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0"/>
            <a:ext cx="11155680" cy="76847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C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Novos pontos EFC de nível — localização e ANA mais próxima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/>
                        <a:t>Ponto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Código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ANA mais próxima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Dist. (km)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Km 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km85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-3.298651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-44.465063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23800495 · RIO TOCANTINS - SÃO SEBASTIÃO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467.6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Sensor Rio Pindaré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BC07541S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-4.253738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-46.531145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23800495 · RIO TOCANTINS - SÃO SEBASTIÃO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215.7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Ponte 763+800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BC07533S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-5.571403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-49.241924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29050000 · MARABÁ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29.0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83C50"/>
                </a:solidFill>
                <a:latin typeface="Calibri"/>
              </a:rPr>
              <a:t>Detalhamento (coordenadas fornecidas · planilhas xlsx ainda não incorporadas nesta VM)
• Km 85 (km85): -3.298651, -44.465063 — ANA 23800495 (RIO TOCANTINS - SÃO SEBASTIÃO DO TO) a 467.6 km
• Sensor Rio Pindaré (BC07541S): -4.253738, -46.531145 — ANA 23800495 (RIO TOCANTINS - SÃO SEBASTIÃO DO TO) a 215.7 km
• Ponte 763+800 (BC07533S): -5.571403, -49.241924 — ANA 29050000 (MARABÁ) a 29.0 km
• Km 661 Ponte Sumaúma permanece o foco do relatório de nível (30 dias) com as 4 ANA priorizadas.
• Para enriquecer popups com séries das planilhas, enviar os 3 xlsx para gs://efc-clima-data/reports/km661_ponte_sumauma/entrada/
• Atualizado em 2026-10-13 19:16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C3250"/>
                </a:solidFill>
                <a:latin typeface="Calibri"/>
              </a:rPr>
              <a:t>Mapa atualizado — pontos EFC de nível + ANA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0"/>
            <a:ext cx="11155680" cy="768479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