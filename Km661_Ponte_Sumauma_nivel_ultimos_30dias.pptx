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4DCF0"/>
                </a:solidFill>
                <a:latin typeface="Calibri"/>
              </a:rPr>
              <a:t>EFC · Monitoramento hidrológico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C3250"/>
                </a:solidFill>
                <a:latin typeface="Calibri"/>
              </a:rPr>
              <a:t>Situação do medidor de nível do rio
Km 661 — Ponte Sumaúma
Últimos 30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C5064"/>
                </a:solidFill>
                <a:latin typeface="Calibri"/>
              </a:rPr>
              <a:t>Fonte: ANA telemétrica (ServiceANA DadosHidrometeorologicos)
Referência espacial: Km 661 EFC ≈ São Pedro da Água Branca/MA (-5.090, -48.450)
Gerado em 2026-10-13 18:31 · última obs. ANA nas estações: 2026-10-13 13:45:00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250"/>
                </a:solidFill>
                <a:latin typeface="Calibri"/>
              </a:rPr>
              <a:t>Estações ANA mais próximas — identificação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92D41"/>
                </a:solidFill>
                <a:latin typeface="Calibri"/>
              </a:rPr>
              <a:t>29040000 — UHE TUCURUÍ MONTANTE 1
   Rio: RIO TOCANTINS · SÃO JOÃO DO ARAGUAIA-PA
   Lat/Lon: -5.34970, -48.88060 · Distância ao Km 661 ≈ 55.7 km
   Última obs.: 2026-10-13 13:00:00 · nível 2.43 m · vazão 2150.8 m³/s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92D41"/>
                </a:solidFill>
                <a:latin typeface="Calibri"/>
              </a:rPr>
              <a:t>29050000 — MARABÁ
   Rio: RIO TOCANTINS · MARABÁ-PA
   Lat/Lon: -5.33860, -49.12440 · Distância ao Km 661 ≈ 79.6 km
   Última obs.: 2026-10-13 13:15:00 · nível 2.12 m · vazão 1443.1 m³/s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92D41"/>
                </a:solidFill>
                <a:latin typeface="Calibri"/>
              </a:rPr>
              <a:t>28850000 — ARAGUATINS
   Rio: RIO ARAGUAIA · ARAGUATINS-TO
   Lat/Lon: -5.65140, -48.13250 · Distância ao Km 661 ≈ 71.6 km
   Última obs.: 2026-10-13 13:30:00 · nível 2.39 m · vazão 555.8 m³/s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92D41"/>
                </a:solidFill>
                <a:latin typeface="Calibri"/>
              </a:rPr>
              <a:t>23800495 — RIO TOCANTINS - SÃO SEBASTIÃO DO TO
   Rio: RIO TOCANTINS · SÃO SEBASTIÃO DO TOCANTINS-TO
   Lat/Lon: -5.25440, -48.19830 · Distância ao Km 661 ≈ 33.3 km
   Última obs.: 2026-10-13 13:45:00 · nível 2.30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250"/>
                </a:solidFill>
                <a:latin typeface="Calibri"/>
              </a:rPr>
              <a:t>Mapa / contexto — Km 661 e estações ANA</a:t>
            </a:r>
          </a:p>
        </p:txBody>
      </p:sp>
      <p:pic>
        <p:nvPicPr>
          <p:cNvPr id="3" name="Picture 2" descr="km661_contexto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11338560" cy="70299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65A6E"/>
                </a:solidFill>
                <a:latin typeface="Calibri"/>
              </a:rPr>
              <a:t>Referência Km 661 aproximada a partir do rotograma EFC (São Pedro ~km 658,7) + município OSM.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250"/>
                </a:solidFill>
                <a:latin typeface="Calibri"/>
              </a:rPr>
              <a:t>Série temporal de nível (m) — média diária</a:t>
            </a:r>
          </a:p>
        </p:txBody>
      </p:sp>
      <p:pic>
        <p:nvPicPr>
          <p:cNvPr id="3" name="Picture 2" descr="Km661_Ponte_Sumauma_niv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11338560" cy="57185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65A6E"/>
                </a:solidFill>
                <a:latin typeface="Calibri"/>
              </a:rPr>
              <a:t>Fonte ANA telemétrica pública · valores em metros (Nivel cm ÷ 100).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C3250"/>
                </a:solidFill>
                <a:latin typeface="Calibri"/>
              </a:rPr>
              <a:t>Estatísticas de nível (últimos ~30 dias)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/>
                        <a:t>Código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Estação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Dist. 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Min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Máx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Média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Último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Última obs.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Vazão últ.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29040000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UHE TUCURUÍ MONTANTE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10-13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2150.8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29050000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MARABÁ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10-13 13:15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1443.1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28850000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ARAGUATINS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10-13 13:30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555.8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23800495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RIO TOCANTINS - SÃO SEBASTIÃ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10-13 13:45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83C50"/>
                </a:solidFill>
                <a:latin typeface="Calibri"/>
              </a:rPr>
              <a:t>Notas operacionais
• Não há estação ANA exatamente no Km 661 / Ponte Sumaúma; usamos as telemétricas com nível mais próximas da referência EFC (~São Pedro da Água Branca).
• Cota ANA (campo Nivel) convertida para metros (÷100). Vazão em m³/s quando disponível.
• 23800495 (São Sebastião do TO) está ~33 km, mas a cota veio constante (230 cm) no período — tratar com cautela.
• Referências úteis para ops: 29040000 (UHE Tucuruí Montante 1) e 29050000 (Marabá).
• BigQuery climaticsystem.efc_clima.clima_series (source=ana, variable=nivel_m) estava defasado em 2026-09-15; a API pública ANA já responde até hoje — ingestão forçada recomendada.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